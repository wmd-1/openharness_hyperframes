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https://api-docs.deepseek.com/news/news251201 (DeepSeek-V3.2 Release)
- https://arxiv.org/abs/2512.02556 (DeepSeek-V3.2 tech report / abstract)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https://arxiv.org/abs/2512.02556 (abstract: DSA / RL / agentic synthesis)
- https://api-docs.deepseek.com/news/news251201 (release note: V3.2 &amp; V3.2-Speciale)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https://api-docs.deepseek.com/news/news250929 (V3.2-Exp Release 2025/09/29)
- https://api-docs.deepseek.com/news/news251201 (V3.2 Release 2025/12/01; Speciale endpoint window)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https://api-docs.deepseek.com/news/news250929 (DSA overview)
- https://github.com/deepseek-ai/DeepSeek-V3.2-Exp (DSA description; aligned training configs)
- https://arxiv.org/abs/2512.02556 (abstract: DSA reduces complexity)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https://api-docs.deepseek.com/news/news250929 (V3.2-Exp efficiency gains)
- https://api-docs.deepseek.com/img/v3_2_cost_compare_en.png (official cost comparison figure)
- https://github.com/deepseek-ai/DeepSeek-V3.2-Exp/raw/main/cost.jpg (same figure in repo)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https://api-docs.deepseek.com/news/news251201 (V3.2 Release; world-leading reasoning section)
- https://api-docs.deepseek.com/img/v3.2_251201_benchmark_table_en.png (benchmark table image)
- https://api-docs.deepseek.com/img/v3.2_251201_benchmark.webp (benchmark bar chart image)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https://api-docs.deepseek.com/news/news251201 (Thinking in Tool‑Use section; 1,800+ environments / 85k+ instructions)
- https://api-docs.deepseek.com/img/v3.2_thinking_with_tools_en.jpeg (diagram image)
- https://api-docs.deepseek.com/guides/thinking_mode (thinking mode guide; referenced in release note)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https://api-docs.deepseek.com/news/news251201 (agent capability section)
- https://api-docs.deepseek.com/img/v3.2_251201_agent_benchmark.webp (agent benchmark image)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https://api-docs.deepseek.com/news/news251201 (open source links; Speciale endpoint note)
- https://api-docs.deepseek.com/news/news250929 (V3.2-Exp open source + price cut note)
- https://github.com/deepseek-ai/DeepSeek-V3.2-Exp (open-source kernels: TileLang/DeepGEMM/FlashMLA)
- https://blog.vllm.ai/2025/09/29/deepseek-v3-2.html (vLLM Day-0 support for V3.2-Exp)
- https://api-docs.deepseek.com/img/v3_2_price_en.jpeg (price image)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https://api-docs.deepseek.com/news/news251201 (V3.2 / Speciale availability &amp; notes)
- https://api-docs.deepseek.com/news/news250929 (V3.2-Exp efficiency positioning)
- https://arxiv.org/abs/2512.02556 (abstract: DSA/RL/agentic synthesis)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57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V3.2 介绍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快速汇报版（基于官方公告 / 技术报告 / 开源仓库整理）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3101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包含：版本定位｜核心技术（DSA / RL / Agent）｜效率&amp;基准｜落地建议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2026  内部汇报资料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概览：DeepSeek V3.2 是什么？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一句话：高效长上下文 + 强推理 + 面向 Agent 的工具使用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定位与组成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V3.2 是 V3.2-Exp 的官方后继版本，并同时发布推理更强的 Speciale 变体。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515258" cy="4206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028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DSA（稀疏注意力）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296661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Sparse Attention（DSA）降低长上下文计算复杂度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强调训练/推理效率与输出质量平衡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8218" y="2011680"/>
            <a:ext cx="3515258" cy="4206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6818" y="224028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可扩展 RL 后训练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2538" y="2697480"/>
            <a:ext cx="296661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强化学习协议 + 更大后训练算力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官方宣称推理能力达到/超过 GPT-5 水平（见报告/公告）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7797" y="2011680"/>
            <a:ext cx="3515258" cy="4206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6397" y="224028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Agent 任务合成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02117" y="2697480"/>
            <a:ext cx="296661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大规模生成工具使用/环境交互训练数据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把“思考”能力直接带入 tool-use 交互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51052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资料来源：DeepSeek 官方公告 / 技术报告 / 开源仓库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448495" y="65105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版本节奏与可用性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 → 正式版；同时提供开源权重与 API 访问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里程碑（官方）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V3.2-Exp 到 V3.2 / V3.2-Speciale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94415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27632" y="3136392"/>
            <a:ext cx="219456" cy="21945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48840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585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2025/09/29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V3.2-Exp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291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 DSA；App/Web/API；开源（HF + GitHub）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37360" y="3108960"/>
            <a:ext cx="0" cy="13716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3136392"/>
            <a:ext cx="219456" cy="21945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2148840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22585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2025/12/01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3291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V3.2-Exp 官方后继；App/Web/API；开源（HF）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3108960"/>
            <a:ext cx="0" cy="13716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14432" y="3136392"/>
            <a:ext cx="219456" cy="21945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6840" y="2148840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22585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2025/12/01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V3.2-Speciale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52560" y="3291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推理极致；API-only；临时 endpoint（到 12/15）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424160" y="3108960"/>
            <a:ext cx="0" cy="13716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34840"/>
            <a:ext cx="11094415" cy="1737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61772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你需要记住的 3 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4983480"/>
            <a:ext cx="104543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V3.2 是正式版；V3.2-Exp 主要用于验证 DSA（效率）。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Speciale 更偏“竞赛级推理”，但更耗 token，且目前限制更多。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官方同时提供：API（含 App/Web）与 Hugging Face 开源权重。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1052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资料来源：DeepSeek 官方公告 / 技术报告 / 开源仓库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48495" y="65105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核心技术①：DeepSeek Sparse Attention（DSA）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让长上下文的注意力更“稀疏、更聪明”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DSA：先“索引”再“注意力”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Lightning Indexer 选出 Top-k 相关 token，再做细粒度稀疏注意力计算。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94415" cy="4251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4114800"/>
            <a:ext cx="297180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42793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输入序列（长上下文）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46177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tokens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4617720"/>
            <a:ext cx="411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17720" y="4114800"/>
            <a:ext cx="2971800" cy="1005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42793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Lightning Indexer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46177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快速打分 / 选 Top-k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4617720"/>
            <a:ext cx="411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83880" y="4114800"/>
            <a:ext cx="297180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42793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稀疏注意力计算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46177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O(n·k)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2743200"/>
            <a:ext cx="100885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面向长上下文：在保持输出质量前提下减少计算/显存压力（官方描述）。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通过与 V3.1-Terminus 对齐训练设置，评估稀疏注意力引入的影响（Exp）。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为后续“推理 + Agent”留出更多算力预算。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51052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资料来源：DeepSeek 官方公告 / 技术报告 / 开源仓库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48495" y="65105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效率与成本：长上下文更省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对齐训练设置下，V3.2-Exp 在长序列场景成本更低（官方公开图）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推理成本对比（V3.1-Terminus vs V3.2-Exp）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左：Prefill（读入上下文）  右：Decoding（生成输出）  —— 随 token 位置增长，V3.2-Exp 曲线更平缓。</a:t>
            </a:r>
            <a:endParaRPr lang="en-US" sz="1200" dirty="0"/>
          </a:p>
        </p:txBody>
      </p:sp>
      <p:pic>
        <p:nvPicPr>
          <p:cNvPr id="7" name="Image 0" descr="/mnt/data/v3_2_cost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094415" cy="429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注：图中“cost per million tokens”来自官方测量/设定，具体绝对值会随部署环境而变化。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51052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资料来源：DeepSeek 官方公告 / 技术报告 / 开源仓库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448495" y="65105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性能亮点：推理基准（官方公开）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 V3.2 Thinking 与 V3.2-Speciale 与部分主流模型对比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公开基准表（节选）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建议在汇报口径中明确：这是 DeepSeek 官方发布的对比表（含 token budget 标注）。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441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mnt/data/v3.2_benchmark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10820095" cy="4297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51052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资料来源：DeepSeek 官方公告 / 技术报告 / 开源仓库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448495" y="65105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核心能力：Thinking in Tool‑Use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把“思考”与“工具调用”融合到同一对话轨迹中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交互形态（官方示意图）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要点：V3.2 支持在 thinking / non‑thinking 两种模式下进行 tool‑use；并通过大规模 Agent 数据合成进行训练。</a:t>
            </a:r>
            <a:endParaRPr lang="en-US" sz="1200" dirty="0"/>
          </a:p>
        </p:txBody>
      </p:sp>
      <p:pic>
        <p:nvPicPr>
          <p:cNvPr id="7" name="Image 0" descr="/mnt/data/v3.2_thinking_with_too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11094415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669280"/>
            <a:ext cx="11094415" cy="86868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779008"/>
            <a:ext cx="104543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官方公告：Agent 合成覆盖 1,800+ 环境与 85k+ 复杂指令。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落地启示：适合“检索 + 调用工具 + 多轮规划”的业务工作流。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51052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资料来源：DeepSeek 官方公告 / 技术报告 / 开源仓库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448495" y="65105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 能力：Tool‑Use 基准（官方公开）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 Tool-Use/Agent 任务的可比指标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Tool‑Use 基准表（节选）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示例：t²‑Bench、MCP‑Universe、Tool‑Decathlon 等（以官方公布为准）。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441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mnt/data/v3.2_agent_bench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10545775" cy="1463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886200"/>
            <a:ext cx="11094415" cy="22402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06908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如何读这张表（汇报话术建议）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4407408"/>
            <a:ext cx="1045433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先对齐设置：是否启用 thinking、是否允许 tool calls、以及 token budget。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Tool‑Use 与“最终业务 KPI”（完成率/成本/时延）一起呈现，避免只看单点分数。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建议用自家真实工作流做 A/B：规划→调用→验证→修复 的闭环最能体现差异。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51052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资料来源：DeepSeek 官方公告 / 技术报告 / 开源仓库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448495" y="65105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开源与部署选项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HF 权重 + API；并开放部分关键 kernel / 工程实现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怎么用（快速落地清单）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把“模型能力”转成“可交付系统”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410048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4028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访问方式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47699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API：V3.2（App/Web/API）；Speciale 目前 API-only 且有临时 endpoint。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开源权重：Hugging Face 提供 V3.2 与 Speciale；V3.2-Exp 也开源。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对比评测：优先确认 thinking/tool-use 设定与 token budget。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3008" y="2057400"/>
            <a:ext cx="5410048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3048" y="224028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工程与生态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3048" y="2606040"/>
            <a:ext cx="476996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kernels：TileLang（可读性/研究），CUDA kernels（DeepGEMM、FlashMLA）。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社区推理框架：vLLM 官方博客宣布 Day‑0 支持 V3.2‑Exp（含 DSA）。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落地建议：长上下文任务优先关注缓存策略、prefill/decoding 分离与吞吐。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53048" y="4434840"/>
            <a:ext cx="4769968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0208" y="4572000"/>
            <a:ext cx="4495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（示例）V3.2‑Exp API 价格调整图</a:t>
            </a:r>
            <a:endParaRPr lang="en-US" sz="1100" dirty="0"/>
          </a:p>
        </p:txBody>
      </p:sp>
      <p:pic>
        <p:nvPicPr>
          <p:cNvPr id="15" name="Image 0" descr="/mnt/data/v3_2_pri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5928" y="4800600"/>
            <a:ext cx="4404208" cy="14173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651052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资料来源：DeepSeek 官方公告 / 技术报告 / 开源仓库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448495" y="65105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落地建议（汇报收尾）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选型、风险点与下一步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建议怎么讲 / 怎么用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9441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86000"/>
            <a:ext cx="10271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选型建议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102714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需要“工具调用 + 规划/推理”工作流：优先 DeepSeek‑V3.2（thinking + tool‑use）。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追求极致推理（数学/竞赛题/复杂证明）：可评估 V3.2‑Speciale，但注意 token 消耗与当前限制。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长上下文场景：关注 prefill 成本、缓存命中率，以及系统端的吞吐/时延指标。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977640"/>
            <a:ext cx="10271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风险与注意事项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4343400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对外对比请标注“官方公开”与测试设置；不同 token budget 会显著影响结果。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Speciale 可能有 endpoint / 功能限制（以官方公告为准）。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建议使用自家数据与工具链做评测：准确率、成本、稳定性与可解释性一起看。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6355080"/>
            <a:ext cx="11094415" cy="5943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739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1052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资料来源：DeepSeek 官方公告 / 技术报告 / 开源仓库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448495" y="65105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DeepSeek V3.2 briefing (auto-generated)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ChatGPT</cp:lastModifiedBy>
  <cp:revision>1</cp:revision>
  <dcterms:created xsi:type="dcterms:W3CDTF">2026-01-12T07:52:30Z</dcterms:created>
  <dcterms:modified xsi:type="dcterms:W3CDTF">2026-01-12T07:52:30Z</dcterms:modified>
</cp:coreProperties>
</file>