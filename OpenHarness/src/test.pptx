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平均总分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GPT 5.2</c:v>
                  </c:pt>
                  <c:pt idx="1">
                    <c:v>DeepSeek-V3.2</c:v>
                  </c:pt>
                  <c:pt idx="2">
                    <c:v>Gemini3 pro</c:v>
                  </c:pt>
                  <c:pt idx="3">
                    <c:v>豆包-Seed-1.8</c:v>
                  </c:pt>
                  <c:pt idx="4">
                    <c:v>GLM-4.7</c:v>
                  </c:pt>
                  <c:pt idx="5">
                    <c:v>Qwen3-Max</c:v>
                  </c:pt>
                  <c:pt idx="6">
                    <c:v>Qwen3-235B-A22B-2507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144.6</c:v>
                </c:pt>
                <c:pt idx="1">
                  <c:v>144.3</c:v>
                </c:pt>
                <c:pt idx="2">
                  <c:v>143.3</c:v>
                </c:pt>
                <c:pt idx="3">
                  <c:v>139.3</c:v>
                </c:pt>
                <c:pt idx="4">
                  <c:v>135.6</c:v>
                </c:pt>
                <c:pt idx="5">
                  <c:v>126</c:v>
                </c:pt>
                <c:pt idx="6">
                  <c:v>117.3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11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平均总分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2025.7.30</c:v>
                  </c:pt>
                  <c:pt idx="1">
                    <c:v>2025.9.24</c:v>
                  </c:pt>
                  <c:pt idx="2">
                    <c:v>2025.11.18</c:v>
                  </c:pt>
                  <c:pt idx="3">
                    <c:v>2025.12.1</c:v>
                  </c:pt>
                  <c:pt idx="4">
                    <c:v>2025.12.12</c:v>
                  </c:pt>
                  <c:pt idx="5">
                    <c:v>2025.12.18</c:v>
                  </c:pt>
                  <c:pt idx="6">
                    <c:v>2025.12.22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117.3</c:v>
                </c:pt>
                <c:pt idx="1">
                  <c:v>126</c:v>
                </c:pt>
                <c:pt idx="2">
                  <c:v>143.3</c:v>
                </c:pt>
                <c:pt idx="3">
                  <c:v>144.3</c:v>
                </c:pt>
                <c:pt idx="4">
                  <c:v>144.6</c:v>
                </c:pt>
                <c:pt idx="5">
                  <c:v>139.3</c:v>
                </c:pt>
                <c:pt idx="6">
                  <c:v>135.6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1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汇总, “总结”单元格)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Action plan synthesized from the user-provided evaluation table; no external sources.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- User-provided spreadsheet: /mnt/data/【2026-01-09】考研数学测评-得分.xlsx (sheet: 汇总)
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3291840" cy="2240280"/>
          </a:xfrm>
          <a:prstGeom prst="triangle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732520" y="0"/>
            <a:ext cx="3383280" cy="2468880"/>
          </a:xfrm>
          <a:prstGeom prst="triangle">
            <a:avLst/>
          </a:prstGeom>
          <a:solidFill>
            <a:srgbClr val="2563EB">
              <a:alpha val="6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57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考研数学一 · AI模型测评报告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2926080"/>
            <a:ext cx="10509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基于“考研数学测评-得分”汇总表（多次复测平均）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105091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更新日期：2026-01-09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499284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184648"/>
            <a:ext cx="21335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367528"/>
            <a:ext cx="21335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59404" y="5074920"/>
            <a:ext cx="2499284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2284" y="5184648"/>
            <a:ext cx="21335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42284" y="5367528"/>
            <a:ext cx="21335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144.6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48" y="5074920"/>
            <a:ext cx="2499284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8728" y="5184648"/>
            <a:ext cx="21335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8728" y="5367528"/>
            <a:ext cx="21335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117.3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32291" y="5074920"/>
            <a:ext cx="2499284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171" y="5184648"/>
            <a:ext cx="21335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171" y="5367528"/>
            <a:ext cx="21335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测评数据概览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字段：模型 / 总分（平均） / 发布日期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11535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总分（平均）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35440" y="1371600"/>
            <a:ext cx="2133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发布日期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928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DeepSeek-V3.2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92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144.3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1737360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892808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304288"/>
            <a:ext cx="10911535" cy="566928"/>
          </a:xfrm>
          <a:prstGeom prst="rect">
            <a:avLst/>
          </a:prstGeom>
          <a:solidFill>
            <a:srgbClr val="FBFDFF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30428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4597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Qwen3-235B-A22B-2507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304288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4597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117.3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2304288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459736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2025.7.30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87121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266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GLM-4.7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2871216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026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135.6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52560" y="2871216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3026664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2025.12.22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438144"/>
            <a:ext cx="10911535" cy="566928"/>
          </a:xfrm>
          <a:prstGeom prst="rect">
            <a:avLst/>
          </a:prstGeom>
          <a:solidFill>
            <a:srgbClr val="FBFDFF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438144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5935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Gemini3 pro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438144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593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143.3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52560" y="3438144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593592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2025.11.18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4005072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160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5.2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9360" y="4005072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160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144.6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52560" y="4005072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4160520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" y="4572000"/>
            <a:ext cx="10911535" cy="566928"/>
          </a:xfrm>
          <a:prstGeom prst="rect">
            <a:avLst/>
          </a:prstGeom>
          <a:solidFill>
            <a:srgbClr val="FBFDFF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572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727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豆包-Seed-1.8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09360" y="4572000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4727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139.3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052560" y="4572000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4727448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2025.12.18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513892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2943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Qwen3-Max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309360" y="5138928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52943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126.0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052560" y="5138928"/>
            <a:ext cx="0" cy="56692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35440" y="5294376"/>
            <a:ext cx="2133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2025.9.24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40080" y="570585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56539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注：本页仅展示“汇总”表数据（平均总分）。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总分（平均）排行榜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越高表示在考研数学一整卷测评中更稳定、综合表现更强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73609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960120" y="1554480"/>
          <a:ext cx="67208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234440"/>
            <a:ext cx="33677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03920" y="1554480"/>
            <a:ext cx="2727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快速解读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0" y="1947672"/>
            <a:ext cx="272765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TOP1：GPT 5.2（144.6）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TOP2：DeepSeek-V3.2（144.3）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TOP3：Gemini3 pro（143.3）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最高/最低分差：27.3 分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最低分模型：Qwen3-235B-A22B-2507（117.3）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4114800"/>
            <a:ext cx="2727655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4251960"/>
            <a:ext cx="2361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0" y="4544568"/>
            <a:ext cx="236189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本表为“多次复测平均总分”。如果你更看重“稳定性”，可优先考虑TOP梯队；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同时建议结合具体题型表现做二次选择。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结合汇总表平均分与表内“总结”描述（摘录/改写）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70866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55448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表内总结（节选）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6355080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67128"/>
            <a:ext cx="59893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综合考研数学卷多次复测结果，GPT 5.2、DeepSeek-V3.2、Gemini3 Pro 整体最均衡且稳定，总分接近满分区间，跨题型无明显短板。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DeepSeek-V3.2 在客观题（尤其选择题）稳定性最强；Gemini3 Pro 在大题更突出，推理链条与步骤更完整，但少数概念辨析/建模表达类选择题偶有失误（如三重积分区域表达）。GPT 5.2 三类题型均保持高水平。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第二梯队中，GLM-4.7 主要在大题失分，线性代数结构化推导与矩阵幂计算类任务相对薄弱；豆包-Seed-1.8在线性代数和曲线积分方面相对较弱。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第三梯队中，Qwen3-Max在函数单调性和曲线积分方面表现较差；Qwen3-235B-A22B-2507 在特定题型（如曲线积分）能力弱导致差距扩大。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本页补充解读（基于平均分计算）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257800"/>
            <a:ext cx="6355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综合领先梯队：GPT 5.2、DeepSeek-V3.2、Gemini3 pro（均 ≥ 143.3）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中位段（约 130–140）：更适合作为“刷题/讲解辅助”备选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分差 27.3 分：说明不同模型的“整卷综合能力”差异显著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234440"/>
            <a:ext cx="3550615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554480"/>
            <a:ext cx="1143000" cy="8229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830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0" y="1645920"/>
            <a:ext cx="1630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5.2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0" y="2103120"/>
            <a:ext cx="1630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平均总分：144.6  ·  发布：2025.12.12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2697480"/>
            <a:ext cx="3550615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3017520"/>
            <a:ext cx="11430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2461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0" y="3108960"/>
            <a:ext cx="1630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DeepSeek-V3.2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0" y="3566160"/>
            <a:ext cx="1630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平均总分：144.3  ·  发布：2025.12.1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4160520"/>
            <a:ext cx="3550615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4480560"/>
            <a:ext cx="1143000" cy="82296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7091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0" y="4572000"/>
            <a:ext cx="1630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Gemini3 pro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0" y="5029200"/>
            <a:ext cx="1630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平均总分：143.3  ·  发布：2025.11.18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0" y="5623560"/>
            <a:ext cx="355061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21040" y="5943600"/>
            <a:ext cx="2910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选用建议（面向考研数学一）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6281928"/>
            <a:ext cx="2910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整卷模拟：优先使用TOP梯队做“限时测评+纠错”。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弱项补齐：针对单调性、曲线积分等薄弱点做专项对比。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分数随发布日期的变化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按发布日期排序（用于观察“更晚发布是否一定更高分”）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82296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89720" y="1234440"/>
            <a:ext cx="236189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1005840" y="1783080"/>
          <a:ext cx="7498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005840" y="5486400"/>
            <a:ext cx="74980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560527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观察：发布日期更晚并不必然带来更高分（例如 Qwen3-235B-A22B-2507 发布较早但分数偏低）。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建议把“平均分”与“题型强弱”一起考虑。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09760" y="1554480"/>
            <a:ext cx="1721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→ 模型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09760" y="1965960"/>
            <a:ext cx="1721815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0" y="2103120"/>
            <a:ext cx="135605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2025.7.30  ·  Qwen3-235B-A22B-2507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2025.9.24  ·  Qwen3-Max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2025.11.18  ·  Gemini3 pro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  ·  DeepSeek-V3.2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2025.12.12  ·  GPT 5.2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2025.12.18  ·  豆包-Seed-1.8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2025.12.22  ·  GLM-4.7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备考使用建议（可直接照做）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把模型当作“陪练+讲解+纠错”工具，而不是答案机器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423818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3423818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限时整卷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78373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1–2 次整卷限时。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优先用 TOP 梯队做“阅卷式纠错”。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记录错因：概念 / 计算 / 题型套路。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3938" y="1234440"/>
            <a:ext cx="3423818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3938" y="1234440"/>
            <a:ext cx="3423818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3978" y="1472184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专项突破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3978" y="2240280"/>
            <a:ext cx="278373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对薄弱题型建“错题专题”。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同题多解：让模型给 2–3 种思路。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变式训练：同一考点换问法。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1234440"/>
            <a:ext cx="3423818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7797" y="1234440"/>
            <a:ext cx="3423818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7837" y="1472184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复盘与迁移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7837" y="2240280"/>
            <a:ext cx="278373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每次复盘写 3 句“规律总结”。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让模型输出“你容易犯的错”。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把结论迁移到同类新题。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附录：数据说明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1206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便于你后续继续更新表格并生成新版PPT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554480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说明要点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148840"/>
            <a:ext cx="10088575" cy="82296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313432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用户提供的《考研数学测评-得分.xlsx》汇总页（平均总分）。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3108960"/>
            <a:ext cx="1008857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指标口径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273552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“总分（平均）”为多次复测的平均值；仅用于横向比较。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4069080"/>
            <a:ext cx="10088575" cy="82296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解读建议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4233672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平均分≈综合能力；若你更关注某题型（如曲线积分/单调性），建议另做题型维度对比表。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5029200"/>
            <a:ext cx="1008857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如何更新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5193792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在汇总表新增模型行 → 填写平均分与发布日期 → 重新导出PPT即可自动刷新排行榜与趋势。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7589520"/>
            <a:ext cx="10088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（如需要：我也可以把“题型维度”的表格做成可视化对比页。）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AI Math Evaluation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考研数学一测评</dc:subject>
  <dc:creator>ChatGPT</dc:creator>
  <cp:lastModifiedBy>ChatGPT</cp:lastModifiedBy>
  <cp:revision>1</cp:revision>
  <dcterms:created xsi:type="dcterms:W3CDTF">2026-01-12T10:33:25Z</dcterms:created>
  <dcterms:modified xsi:type="dcterms:W3CDTF">2026-01-12T10:33:25Z</dcterms:modified>
</cp:coreProperties>
</file>